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E4123-CF3F-0A70-EAD3-7E66BD1723B8}" name="Purnima Srivastava" initials="PS" userId="S::purnima.srivastava@coderogres.com::b45e343f-d928-4666-8903-467e98ac36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D02C-E00B-4F2D-8AFB-8E15379ACE61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0C57C-D03F-4F8B-93C2-66EB68608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2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7" name="Google Shape;293;p5">
            <a:extLst>
              <a:ext uri="{FF2B5EF4-FFF2-40B4-BE49-F238E27FC236}">
                <a16:creationId xmlns:a16="http://schemas.microsoft.com/office/drawing/2014/main" id="{54BDBE42-40E3-4F6C-841D-251F9551D406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38" name="Google Shape;294;p5">
              <a:extLst>
                <a:ext uri="{FF2B5EF4-FFF2-40B4-BE49-F238E27FC236}">
                  <a16:creationId xmlns:a16="http://schemas.microsoft.com/office/drawing/2014/main" id="{66E9B643-6FAC-4323-98C4-5ACA2DC4AE0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9" name="Google Shape;295;p5">
              <a:extLst>
                <a:ext uri="{FF2B5EF4-FFF2-40B4-BE49-F238E27FC236}">
                  <a16:creationId xmlns:a16="http://schemas.microsoft.com/office/drawing/2014/main" id="{35592297-D3D6-48AE-BEFC-3861C6C20BB6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0" name="Google Shape;296;p5">
              <a:extLst>
                <a:ext uri="{FF2B5EF4-FFF2-40B4-BE49-F238E27FC236}">
                  <a16:creationId xmlns:a16="http://schemas.microsoft.com/office/drawing/2014/main" id="{EEB6D149-1556-4B2E-AB6A-ADE699C535E7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1" name="Google Shape;297;p5">
              <a:extLst>
                <a:ext uri="{FF2B5EF4-FFF2-40B4-BE49-F238E27FC236}">
                  <a16:creationId xmlns:a16="http://schemas.microsoft.com/office/drawing/2014/main" id="{3F33B5F3-6141-4D9C-BFF0-B392ABDF021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2" name="Google Shape;298;p5">
              <a:extLst>
                <a:ext uri="{FF2B5EF4-FFF2-40B4-BE49-F238E27FC236}">
                  <a16:creationId xmlns:a16="http://schemas.microsoft.com/office/drawing/2014/main" id="{D203D9D2-5D0A-4088-814A-6CEA6DB0E0F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3" name="Google Shape;299;p5">
              <a:extLst>
                <a:ext uri="{FF2B5EF4-FFF2-40B4-BE49-F238E27FC236}">
                  <a16:creationId xmlns:a16="http://schemas.microsoft.com/office/drawing/2014/main" id="{74BB0A76-92F3-43E4-8802-35AC1D0474E2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4" name="Google Shape;300;p5">
              <a:extLst>
                <a:ext uri="{FF2B5EF4-FFF2-40B4-BE49-F238E27FC236}">
                  <a16:creationId xmlns:a16="http://schemas.microsoft.com/office/drawing/2014/main" id="{90463B7C-169F-40BD-83E9-2122585699A7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5" name="Google Shape;301;p5">
              <a:extLst>
                <a:ext uri="{FF2B5EF4-FFF2-40B4-BE49-F238E27FC236}">
                  <a16:creationId xmlns:a16="http://schemas.microsoft.com/office/drawing/2014/main" id="{7B2C9771-C7BB-46C9-9088-BC803B20A94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6" name="Google Shape;302;p5">
              <a:extLst>
                <a:ext uri="{FF2B5EF4-FFF2-40B4-BE49-F238E27FC236}">
                  <a16:creationId xmlns:a16="http://schemas.microsoft.com/office/drawing/2014/main" id="{BCD0B44C-BB81-4F47-89C7-710B8A4F57F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7" name="Google Shape;303;p5">
              <a:extLst>
                <a:ext uri="{FF2B5EF4-FFF2-40B4-BE49-F238E27FC236}">
                  <a16:creationId xmlns:a16="http://schemas.microsoft.com/office/drawing/2014/main" id="{6FE430A8-4685-4660-84EE-98FECF0A178E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8" name="Google Shape;304;p5">
              <a:extLst>
                <a:ext uri="{FF2B5EF4-FFF2-40B4-BE49-F238E27FC236}">
                  <a16:creationId xmlns:a16="http://schemas.microsoft.com/office/drawing/2014/main" id="{F34DAF67-4050-489C-8EA1-C47C9D8299F0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9" name="Google Shape;305;p5">
              <a:extLst>
                <a:ext uri="{FF2B5EF4-FFF2-40B4-BE49-F238E27FC236}">
                  <a16:creationId xmlns:a16="http://schemas.microsoft.com/office/drawing/2014/main" id="{7F9B4324-FE4B-46AA-B1FA-F80E82F71198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0" name="Google Shape;306;p5">
              <a:extLst>
                <a:ext uri="{FF2B5EF4-FFF2-40B4-BE49-F238E27FC236}">
                  <a16:creationId xmlns:a16="http://schemas.microsoft.com/office/drawing/2014/main" id="{858354B7-6DBC-4D09-8DD5-9B860AFEE789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1" name="Google Shape;307;p5">
              <a:extLst>
                <a:ext uri="{FF2B5EF4-FFF2-40B4-BE49-F238E27FC236}">
                  <a16:creationId xmlns:a16="http://schemas.microsoft.com/office/drawing/2014/main" id="{DA625892-EC39-4C8F-A40C-7B3930626C76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2" name="Google Shape;308;p5">
              <a:extLst>
                <a:ext uri="{FF2B5EF4-FFF2-40B4-BE49-F238E27FC236}">
                  <a16:creationId xmlns:a16="http://schemas.microsoft.com/office/drawing/2014/main" id="{67CCF9F0-4AFD-442E-9E09-8E90BF1278FA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3" name="Google Shape;309;p5">
              <a:extLst>
                <a:ext uri="{FF2B5EF4-FFF2-40B4-BE49-F238E27FC236}">
                  <a16:creationId xmlns:a16="http://schemas.microsoft.com/office/drawing/2014/main" id="{6BC26ED3-D3E2-4545-8776-D97BEAEE735F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4" name="Google Shape;310;p5">
              <a:extLst>
                <a:ext uri="{FF2B5EF4-FFF2-40B4-BE49-F238E27FC236}">
                  <a16:creationId xmlns:a16="http://schemas.microsoft.com/office/drawing/2014/main" id="{5A383DC0-9873-4D2D-A33A-05FE168F9BE9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5" name="Google Shape;311;p5">
              <a:extLst>
                <a:ext uri="{FF2B5EF4-FFF2-40B4-BE49-F238E27FC236}">
                  <a16:creationId xmlns:a16="http://schemas.microsoft.com/office/drawing/2014/main" id="{B7F30F45-4AFC-427C-B83D-FEB17C1E7C4D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6" name="Google Shape;312;p5">
              <a:extLst>
                <a:ext uri="{FF2B5EF4-FFF2-40B4-BE49-F238E27FC236}">
                  <a16:creationId xmlns:a16="http://schemas.microsoft.com/office/drawing/2014/main" id="{C82542C3-5C1E-4EDD-8EB3-37686C29AF2A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7" name="Google Shape;313;p5">
              <a:extLst>
                <a:ext uri="{FF2B5EF4-FFF2-40B4-BE49-F238E27FC236}">
                  <a16:creationId xmlns:a16="http://schemas.microsoft.com/office/drawing/2014/main" id="{56D63C3D-5A7C-4476-B8FB-D4BC12007E29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8" name="Google Shape;314;p5">
              <a:extLst>
                <a:ext uri="{FF2B5EF4-FFF2-40B4-BE49-F238E27FC236}">
                  <a16:creationId xmlns:a16="http://schemas.microsoft.com/office/drawing/2014/main" id="{5B165CDE-275A-452F-BC67-E69AE00D5833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9" name="Google Shape;315;p5">
              <a:extLst>
                <a:ext uri="{FF2B5EF4-FFF2-40B4-BE49-F238E27FC236}">
                  <a16:creationId xmlns:a16="http://schemas.microsoft.com/office/drawing/2014/main" id="{56F87171-DEA2-4ABF-8B18-FB21C185C31B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0" name="Google Shape;316;p5">
              <a:extLst>
                <a:ext uri="{FF2B5EF4-FFF2-40B4-BE49-F238E27FC236}">
                  <a16:creationId xmlns:a16="http://schemas.microsoft.com/office/drawing/2014/main" id="{27B1906B-B5A9-4BA8-A2E2-31DAB3706AC0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1" name="Google Shape;317;p5">
              <a:extLst>
                <a:ext uri="{FF2B5EF4-FFF2-40B4-BE49-F238E27FC236}">
                  <a16:creationId xmlns:a16="http://schemas.microsoft.com/office/drawing/2014/main" id="{1D30F440-D835-4830-BF9E-F6F88156A4C8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2" name="Google Shape;318;p5">
              <a:extLst>
                <a:ext uri="{FF2B5EF4-FFF2-40B4-BE49-F238E27FC236}">
                  <a16:creationId xmlns:a16="http://schemas.microsoft.com/office/drawing/2014/main" id="{6B4E0F55-E580-404D-9B42-15273B1F0AEE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3" name="Google Shape;319;p5">
              <a:extLst>
                <a:ext uri="{FF2B5EF4-FFF2-40B4-BE49-F238E27FC236}">
                  <a16:creationId xmlns:a16="http://schemas.microsoft.com/office/drawing/2014/main" id="{1164A904-8445-4C1B-9C60-748D80419CCD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4" name="Google Shape;320;p5">
              <a:extLst>
                <a:ext uri="{FF2B5EF4-FFF2-40B4-BE49-F238E27FC236}">
                  <a16:creationId xmlns:a16="http://schemas.microsoft.com/office/drawing/2014/main" id="{C044FB15-C13A-458D-8E2A-ED5B7D71CDA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5" name="Google Shape;321;p5">
              <a:extLst>
                <a:ext uri="{FF2B5EF4-FFF2-40B4-BE49-F238E27FC236}">
                  <a16:creationId xmlns:a16="http://schemas.microsoft.com/office/drawing/2014/main" id="{FF96102C-CE7A-460D-B55D-F84A5C5C929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6" name="Google Shape;322;p5">
              <a:extLst>
                <a:ext uri="{FF2B5EF4-FFF2-40B4-BE49-F238E27FC236}">
                  <a16:creationId xmlns:a16="http://schemas.microsoft.com/office/drawing/2014/main" id="{8CE04487-6205-47D8-9D32-0F05753E1516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grpSp>
        <p:nvGrpSpPr>
          <p:cNvPr id="70" name="Google Shape;293;p5">
            <a:extLst>
              <a:ext uri="{FF2B5EF4-FFF2-40B4-BE49-F238E27FC236}">
                <a16:creationId xmlns:a16="http://schemas.microsoft.com/office/drawing/2014/main" id="{CDE3D61C-CDED-4963-BA79-8EC0AC1EFFBC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1" name="Google Shape;294;p5">
              <a:extLst>
                <a:ext uri="{FF2B5EF4-FFF2-40B4-BE49-F238E27FC236}">
                  <a16:creationId xmlns:a16="http://schemas.microsoft.com/office/drawing/2014/main" id="{494FA09B-BB20-4F29-B3E6-B7C34014E0A5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2" name="Google Shape;295;p5">
              <a:extLst>
                <a:ext uri="{FF2B5EF4-FFF2-40B4-BE49-F238E27FC236}">
                  <a16:creationId xmlns:a16="http://schemas.microsoft.com/office/drawing/2014/main" id="{7B640E5D-809D-4931-86D2-D4FAFF8E8B1F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3" name="Google Shape;296;p5">
              <a:extLst>
                <a:ext uri="{FF2B5EF4-FFF2-40B4-BE49-F238E27FC236}">
                  <a16:creationId xmlns:a16="http://schemas.microsoft.com/office/drawing/2014/main" id="{44E5319D-E31F-466A-AC4B-66A0E8C227D1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4" name="Google Shape;297;p5">
              <a:extLst>
                <a:ext uri="{FF2B5EF4-FFF2-40B4-BE49-F238E27FC236}">
                  <a16:creationId xmlns:a16="http://schemas.microsoft.com/office/drawing/2014/main" id="{ED890F01-10B6-4EF6-B9FC-67318C49FCB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5" name="Google Shape;298;p5">
              <a:extLst>
                <a:ext uri="{FF2B5EF4-FFF2-40B4-BE49-F238E27FC236}">
                  <a16:creationId xmlns:a16="http://schemas.microsoft.com/office/drawing/2014/main" id="{EC63B16A-234F-4A54-83DE-C2229CA153A2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6" name="Google Shape;299;p5">
              <a:extLst>
                <a:ext uri="{FF2B5EF4-FFF2-40B4-BE49-F238E27FC236}">
                  <a16:creationId xmlns:a16="http://schemas.microsoft.com/office/drawing/2014/main" id="{049A4857-2C93-4ECC-9659-5F5F270E1B8D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7" name="Google Shape;300;p5">
              <a:extLst>
                <a:ext uri="{FF2B5EF4-FFF2-40B4-BE49-F238E27FC236}">
                  <a16:creationId xmlns:a16="http://schemas.microsoft.com/office/drawing/2014/main" id="{4529F50E-F03E-4423-B32D-02237EFE094F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8" name="Google Shape;301;p5">
              <a:extLst>
                <a:ext uri="{FF2B5EF4-FFF2-40B4-BE49-F238E27FC236}">
                  <a16:creationId xmlns:a16="http://schemas.microsoft.com/office/drawing/2014/main" id="{26465B18-38CC-4D66-8B36-8AE718A8A6F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9" name="Google Shape;302;p5">
              <a:extLst>
                <a:ext uri="{FF2B5EF4-FFF2-40B4-BE49-F238E27FC236}">
                  <a16:creationId xmlns:a16="http://schemas.microsoft.com/office/drawing/2014/main" id="{955D4038-4981-4499-AF08-CBA931DF4E7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0" name="Google Shape;303;p5">
              <a:extLst>
                <a:ext uri="{FF2B5EF4-FFF2-40B4-BE49-F238E27FC236}">
                  <a16:creationId xmlns:a16="http://schemas.microsoft.com/office/drawing/2014/main" id="{BC196BA2-19D7-4FBD-89F6-07BC62432395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1" name="Google Shape;304;p5">
              <a:extLst>
                <a:ext uri="{FF2B5EF4-FFF2-40B4-BE49-F238E27FC236}">
                  <a16:creationId xmlns:a16="http://schemas.microsoft.com/office/drawing/2014/main" id="{21DE9610-C560-4F22-946A-0E99295DCAD9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2" name="Google Shape;305;p5">
              <a:extLst>
                <a:ext uri="{FF2B5EF4-FFF2-40B4-BE49-F238E27FC236}">
                  <a16:creationId xmlns:a16="http://schemas.microsoft.com/office/drawing/2014/main" id="{88DAE264-72FE-49C3-92CA-C4E22CFD667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3" name="Google Shape;306;p5">
              <a:extLst>
                <a:ext uri="{FF2B5EF4-FFF2-40B4-BE49-F238E27FC236}">
                  <a16:creationId xmlns:a16="http://schemas.microsoft.com/office/drawing/2014/main" id="{38907BB3-F232-4E38-B159-FB6D2CA6E755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4" name="Google Shape;307;p5">
              <a:extLst>
                <a:ext uri="{FF2B5EF4-FFF2-40B4-BE49-F238E27FC236}">
                  <a16:creationId xmlns:a16="http://schemas.microsoft.com/office/drawing/2014/main" id="{1CDAD999-4B33-4B81-A1B6-59C6EE935E05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5" name="Google Shape;308;p5">
              <a:extLst>
                <a:ext uri="{FF2B5EF4-FFF2-40B4-BE49-F238E27FC236}">
                  <a16:creationId xmlns:a16="http://schemas.microsoft.com/office/drawing/2014/main" id="{634D8B8E-87FB-4B4C-ADAA-7193446D520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6" name="Google Shape;309;p5">
              <a:extLst>
                <a:ext uri="{FF2B5EF4-FFF2-40B4-BE49-F238E27FC236}">
                  <a16:creationId xmlns:a16="http://schemas.microsoft.com/office/drawing/2014/main" id="{A84278D9-55A7-43CB-80E4-4915603F39C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7" name="Google Shape;310;p5">
              <a:extLst>
                <a:ext uri="{FF2B5EF4-FFF2-40B4-BE49-F238E27FC236}">
                  <a16:creationId xmlns:a16="http://schemas.microsoft.com/office/drawing/2014/main" id="{F4D02316-4EAF-4A18-88B3-3E4CD47FA8F1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8" name="Google Shape;311;p5">
              <a:extLst>
                <a:ext uri="{FF2B5EF4-FFF2-40B4-BE49-F238E27FC236}">
                  <a16:creationId xmlns:a16="http://schemas.microsoft.com/office/drawing/2014/main" id="{3767F723-1A01-4C3A-BECF-39DE99B6571F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9" name="Google Shape;312;p5">
              <a:extLst>
                <a:ext uri="{FF2B5EF4-FFF2-40B4-BE49-F238E27FC236}">
                  <a16:creationId xmlns:a16="http://schemas.microsoft.com/office/drawing/2014/main" id="{F5A60277-3B49-45CE-BF82-8E40751369E0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0" name="Google Shape;313;p5">
              <a:extLst>
                <a:ext uri="{FF2B5EF4-FFF2-40B4-BE49-F238E27FC236}">
                  <a16:creationId xmlns:a16="http://schemas.microsoft.com/office/drawing/2014/main" id="{40DE02EA-FE0E-4C3C-BC4C-05E6C8659792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1" name="Google Shape;314;p5">
              <a:extLst>
                <a:ext uri="{FF2B5EF4-FFF2-40B4-BE49-F238E27FC236}">
                  <a16:creationId xmlns:a16="http://schemas.microsoft.com/office/drawing/2014/main" id="{356D8788-7A1B-4C2A-AB56-A60B0AE15624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2" name="Google Shape;315;p5">
              <a:extLst>
                <a:ext uri="{FF2B5EF4-FFF2-40B4-BE49-F238E27FC236}">
                  <a16:creationId xmlns:a16="http://schemas.microsoft.com/office/drawing/2014/main" id="{56346FC5-C5CE-42C6-8BE5-2277EF5215CF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3" name="Google Shape;316;p5">
              <a:extLst>
                <a:ext uri="{FF2B5EF4-FFF2-40B4-BE49-F238E27FC236}">
                  <a16:creationId xmlns:a16="http://schemas.microsoft.com/office/drawing/2014/main" id="{9BC3C194-F9B8-4E24-B7F2-37E5FDE2FD9D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4" name="Google Shape;317;p5">
              <a:extLst>
                <a:ext uri="{FF2B5EF4-FFF2-40B4-BE49-F238E27FC236}">
                  <a16:creationId xmlns:a16="http://schemas.microsoft.com/office/drawing/2014/main" id="{3894D0C1-0B5D-4DEA-B729-E8498EE85E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5" name="Google Shape;318;p5">
              <a:extLst>
                <a:ext uri="{FF2B5EF4-FFF2-40B4-BE49-F238E27FC236}">
                  <a16:creationId xmlns:a16="http://schemas.microsoft.com/office/drawing/2014/main" id="{1934CA72-314B-4C3F-8B41-BB80E20AC021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6" name="Google Shape;319;p5">
              <a:extLst>
                <a:ext uri="{FF2B5EF4-FFF2-40B4-BE49-F238E27FC236}">
                  <a16:creationId xmlns:a16="http://schemas.microsoft.com/office/drawing/2014/main" id="{B0EB1864-F72B-42F0-AB2A-4104570ED953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7" name="Google Shape;320;p5">
              <a:extLst>
                <a:ext uri="{FF2B5EF4-FFF2-40B4-BE49-F238E27FC236}">
                  <a16:creationId xmlns:a16="http://schemas.microsoft.com/office/drawing/2014/main" id="{88130EAC-9316-42CA-85F9-ACDF2FE419CC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8" name="Google Shape;321;p5">
              <a:extLst>
                <a:ext uri="{FF2B5EF4-FFF2-40B4-BE49-F238E27FC236}">
                  <a16:creationId xmlns:a16="http://schemas.microsoft.com/office/drawing/2014/main" id="{193073F5-8607-4FCE-A024-8B51BEE693E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9" name="Google Shape;322;p5">
              <a:extLst>
                <a:ext uri="{FF2B5EF4-FFF2-40B4-BE49-F238E27FC236}">
                  <a16:creationId xmlns:a16="http://schemas.microsoft.com/office/drawing/2014/main" id="{A3306CAD-B7F8-4C1B-9892-3A64FAA0DBC3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B97B5B7A-4A6D-4E77-9B24-5D9BB4424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DD3099D4-19C4-4D92-BE04-768341CB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0" name="Text Placeholder 173">
            <a:extLst>
              <a:ext uri="{FF2B5EF4-FFF2-40B4-BE49-F238E27FC236}">
                <a16:creationId xmlns:a16="http://schemas.microsoft.com/office/drawing/2014/main" id="{8816F192-26F1-4320-85A5-B3801E75E04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3" y="1826683"/>
            <a:ext cx="3245097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5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6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2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0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9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587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F3FA-8533-A2AC-121F-931FD201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ED6B3-E4F8-C66F-3756-DC3F49B6D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5"/>
            <a:ext cx="10822233" cy="630766"/>
          </a:xfrm>
        </p:spPr>
        <p:txBody>
          <a:bodyPr/>
          <a:lstStyle/>
          <a:p>
            <a:r>
              <a:rPr lang="en-US" dirty="0"/>
              <a:t>This is a test</a:t>
            </a:r>
          </a:p>
        </p:txBody>
      </p:sp>
    </p:spTree>
    <p:extLst>
      <p:ext uri="{BB962C8B-B14F-4D97-AF65-F5344CB8AC3E}">
        <p14:creationId xmlns:p14="http://schemas.microsoft.com/office/powerpoint/2010/main" val="5078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53B0-EEB7-8553-52BB-55B10359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BDA9-DDCD-D6DB-1A5C-9AC30EC1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8567B-9C9B-F1CF-195E-FF83D959A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5"/>
            <a:ext cx="10822233" cy="630766"/>
          </a:xfrm>
        </p:spPr>
        <p:txBody>
          <a:bodyPr/>
          <a:lstStyle/>
          <a:p>
            <a:r>
              <a:rPr lang="en-US" dirty="0"/>
              <a:t>This is a second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C21A3-63FC-F7F7-73C8-F90178F59611}"/>
              </a:ext>
            </a:extLst>
          </p:cNvPr>
          <p:cNvSpPr/>
          <p:nvPr/>
        </p:nvSpPr>
        <p:spPr>
          <a:xfrm>
            <a:off x="1276350" y="2952750"/>
            <a:ext cx="9705975" cy="3371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cheors_theme">
  <a:themeElements>
    <a:clrScheme name="cheors_theme_colors">
      <a:dk1>
        <a:srgbClr val="103C3F"/>
      </a:dk1>
      <a:lt1>
        <a:srgbClr val="F2F2F2"/>
      </a:lt1>
      <a:dk2>
        <a:srgbClr val="244C4E"/>
      </a:dk2>
      <a:lt2>
        <a:srgbClr val="3E666A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r_ogres_template" id="{57D26786-ED71-44FC-9FDB-51F09117A7E7}" vid="{5FBAB8BA-AF53-4546-A17B-209BB8A95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coder_ogres_template</Template>
  <TotalTime>1</TotalTime>
  <Words>12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Dosis</vt:lpstr>
      <vt:lpstr>Wingdings</vt:lpstr>
      <vt:lpstr>cheors_theme</vt:lpstr>
      <vt:lpstr>Test</vt:lpstr>
      <vt:lpstr>Test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connolly</dc:creator>
  <cp:lastModifiedBy>dylan connolly</cp:lastModifiedBy>
  <cp:revision>1</cp:revision>
  <dcterms:created xsi:type="dcterms:W3CDTF">2025-06-20T21:43:15Z</dcterms:created>
  <dcterms:modified xsi:type="dcterms:W3CDTF">2025-06-20T21:44:59Z</dcterms:modified>
</cp:coreProperties>
</file>